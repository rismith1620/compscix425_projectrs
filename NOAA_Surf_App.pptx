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63325A-4237-48E8-9E28-D8F2A6D250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05FDDF-8B28-4827-903B-68EC5AE0F367}">
      <dgm:prSet/>
      <dgm:spPr/>
      <dgm:t>
        <a:bodyPr/>
        <a:lstStyle/>
        <a:p>
          <a:r>
            <a:rPr lang="en-US" b="0" i="0"/>
            <a:t>Uses NOAA APIs for live ocean and weather data</a:t>
          </a:r>
          <a:endParaRPr lang="en-US"/>
        </a:p>
      </dgm:t>
    </dgm:pt>
    <dgm:pt modelId="{D2482FED-64A0-4378-8B58-9F75D06D3B65}" type="parTrans" cxnId="{1F731E4D-9E27-4C7E-AD57-ACF2FDFE1710}">
      <dgm:prSet/>
      <dgm:spPr/>
      <dgm:t>
        <a:bodyPr/>
        <a:lstStyle/>
        <a:p>
          <a:endParaRPr lang="en-US"/>
        </a:p>
      </dgm:t>
    </dgm:pt>
    <dgm:pt modelId="{96BCD7C9-57D3-4285-A19C-4C5CE8D38EA9}" type="sibTrans" cxnId="{1F731E4D-9E27-4C7E-AD57-ACF2FDFE1710}">
      <dgm:prSet/>
      <dgm:spPr/>
      <dgm:t>
        <a:bodyPr/>
        <a:lstStyle/>
        <a:p>
          <a:endParaRPr lang="en-US"/>
        </a:p>
      </dgm:t>
    </dgm:pt>
    <dgm:pt modelId="{BADD401E-8001-4841-8F74-38E5256CFCCC}">
      <dgm:prSet/>
      <dgm:spPr/>
      <dgm:t>
        <a:bodyPr/>
        <a:lstStyle/>
        <a:p>
          <a:r>
            <a:rPr lang="en-US" b="0" i="0"/>
            <a:t>Fetches buoy, weather, and tide information</a:t>
          </a:r>
          <a:endParaRPr lang="en-US"/>
        </a:p>
      </dgm:t>
    </dgm:pt>
    <dgm:pt modelId="{97AF54DC-0E31-427F-855E-D796A82984B5}" type="parTrans" cxnId="{E63963BB-0C40-4EE0-A9D3-5265DE104028}">
      <dgm:prSet/>
      <dgm:spPr/>
      <dgm:t>
        <a:bodyPr/>
        <a:lstStyle/>
        <a:p>
          <a:endParaRPr lang="en-US"/>
        </a:p>
      </dgm:t>
    </dgm:pt>
    <dgm:pt modelId="{ADB986B8-31E1-4C76-94A8-656BEF39467C}" type="sibTrans" cxnId="{E63963BB-0C40-4EE0-A9D3-5265DE104028}">
      <dgm:prSet/>
      <dgm:spPr/>
      <dgm:t>
        <a:bodyPr/>
        <a:lstStyle/>
        <a:p>
          <a:endParaRPr lang="en-US"/>
        </a:p>
      </dgm:t>
    </dgm:pt>
    <dgm:pt modelId="{0058E88F-A8F8-448D-9542-F5F6A4BA6084}">
      <dgm:prSet/>
      <dgm:spPr/>
      <dgm:t>
        <a:bodyPr/>
        <a:lstStyle/>
        <a:p>
          <a:r>
            <a:rPr lang="en-US" b="0" i="0"/>
            <a:t>Visualizes tides using Chart.js</a:t>
          </a:r>
          <a:endParaRPr lang="en-US"/>
        </a:p>
      </dgm:t>
    </dgm:pt>
    <dgm:pt modelId="{C98AB06B-506D-4468-B274-15190AD33600}" type="parTrans" cxnId="{A3037265-09C8-442A-A039-59613A092B3F}">
      <dgm:prSet/>
      <dgm:spPr/>
      <dgm:t>
        <a:bodyPr/>
        <a:lstStyle/>
        <a:p>
          <a:endParaRPr lang="en-US"/>
        </a:p>
      </dgm:t>
    </dgm:pt>
    <dgm:pt modelId="{ACA49818-D2F2-4DF6-9C2B-10525F893453}" type="sibTrans" cxnId="{A3037265-09C8-442A-A039-59613A092B3F}">
      <dgm:prSet/>
      <dgm:spPr/>
      <dgm:t>
        <a:bodyPr/>
        <a:lstStyle/>
        <a:p>
          <a:endParaRPr lang="en-US"/>
        </a:p>
      </dgm:t>
    </dgm:pt>
    <dgm:pt modelId="{31158FE9-F152-4297-A461-25D909A4AE7B}">
      <dgm:prSet/>
      <dgm:spPr/>
      <dgm:t>
        <a:bodyPr/>
        <a:lstStyle/>
        <a:p>
          <a:r>
            <a:rPr lang="en-US" b="0" i="0"/>
            <a:t>Updates webpage dynamically with JavaScript</a:t>
          </a:r>
          <a:endParaRPr lang="en-US"/>
        </a:p>
      </dgm:t>
    </dgm:pt>
    <dgm:pt modelId="{182265D0-D308-44F8-B960-B38403482823}" type="parTrans" cxnId="{F6E75E00-440F-4F10-A5FD-4BDCCDC8D2CC}">
      <dgm:prSet/>
      <dgm:spPr/>
      <dgm:t>
        <a:bodyPr/>
        <a:lstStyle/>
        <a:p>
          <a:endParaRPr lang="en-US"/>
        </a:p>
      </dgm:t>
    </dgm:pt>
    <dgm:pt modelId="{17C48496-57D4-4DA0-B194-A20C472B95E8}" type="sibTrans" cxnId="{F6E75E00-440F-4F10-A5FD-4BDCCDC8D2CC}">
      <dgm:prSet/>
      <dgm:spPr/>
      <dgm:t>
        <a:bodyPr/>
        <a:lstStyle/>
        <a:p>
          <a:endParaRPr lang="en-US"/>
        </a:p>
      </dgm:t>
    </dgm:pt>
    <dgm:pt modelId="{73D42500-1A34-4378-86C3-2FE8277DD5FA}" type="pres">
      <dgm:prSet presAssocID="{4063325A-4237-48E8-9E28-D8F2A6D25008}" presName="root" presStyleCnt="0">
        <dgm:presLayoutVars>
          <dgm:dir/>
          <dgm:resizeHandles val="exact"/>
        </dgm:presLayoutVars>
      </dgm:prSet>
      <dgm:spPr/>
    </dgm:pt>
    <dgm:pt modelId="{1D09C33F-2609-4A8F-AB67-9D5F6A0A4670}" type="pres">
      <dgm:prSet presAssocID="{6005FDDF-8B28-4827-903B-68EC5AE0F367}" presName="compNode" presStyleCnt="0"/>
      <dgm:spPr/>
    </dgm:pt>
    <dgm:pt modelId="{2942497C-1204-40E1-AD6A-BBF9C338399B}" type="pres">
      <dgm:prSet presAssocID="{6005FDDF-8B28-4827-903B-68EC5AE0F367}" presName="bgRect" presStyleLbl="bgShp" presStyleIdx="0" presStyleCnt="4"/>
      <dgm:spPr/>
    </dgm:pt>
    <dgm:pt modelId="{E5813968-0C21-42C1-92D3-E8CD0940AA84}" type="pres">
      <dgm:prSet presAssocID="{6005FDDF-8B28-4827-903B-68EC5AE0F36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22E5C4F-CE86-4BB3-AF57-E397CE300BE9}" type="pres">
      <dgm:prSet presAssocID="{6005FDDF-8B28-4827-903B-68EC5AE0F367}" presName="spaceRect" presStyleCnt="0"/>
      <dgm:spPr/>
    </dgm:pt>
    <dgm:pt modelId="{82FCD41A-F652-4BA5-89A4-67A525A371A6}" type="pres">
      <dgm:prSet presAssocID="{6005FDDF-8B28-4827-903B-68EC5AE0F367}" presName="parTx" presStyleLbl="revTx" presStyleIdx="0" presStyleCnt="4">
        <dgm:presLayoutVars>
          <dgm:chMax val="0"/>
          <dgm:chPref val="0"/>
        </dgm:presLayoutVars>
      </dgm:prSet>
      <dgm:spPr/>
    </dgm:pt>
    <dgm:pt modelId="{7DAED6F7-0A41-489D-A4CE-1BFF910365B4}" type="pres">
      <dgm:prSet presAssocID="{96BCD7C9-57D3-4285-A19C-4C5CE8D38EA9}" presName="sibTrans" presStyleCnt="0"/>
      <dgm:spPr/>
    </dgm:pt>
    <dgm:pt modelId="{84AD995C-99E9-4CB4-8ECF-14BC5C7B805E}" type="pres">
      <dgm:prSet presAssocID="{BADD401E-8001-4841-8F74-38E5256CFCCC}" presName="compNode" presStyleCnt="0"/>
      <dgm:spPr/>
    </dgm:pt>
    <dgm:pt modelId="{1C678129-A7C6-4A69-B666-6CBC92DD853C}" type="pres">
      <dgm:prSet presAssocID="{BADD401E-8001-4841-8F74-38E5256CFCCC}" presName="bgRect" presStyleLbl="bgShp" presStyleIdx="1" presStyleCnt="4"/>
      <dgm:spPr/>
    </dgm:pt>
    <dgm:pt modelId="{CB772170-E5BA-4D0F-BD20-737FB4A01F19}" type="pres">
      <dgm:prSet presAssocID="{BADD401E-8001-4841-8F74-38E5256CFCC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3E2739A-2AAC-4967-A990-E8C2C022EDC1}" type="pres">
      <dgm:prSet presAssocID="{BADD401E-8001-4841-8F74-38E5256CFCCC}" presName="spaceRect" presStyleCnt="0"/>
      <dgm:spPr/>
    </dgm:pt>
    <dgm:pt modelId="{E92C4630-59FD-4F51-AF38-0F8361A313BE}" type="pres">
      <dgm:prSet presAssocID="{BADD401E-8001-4841-8F74-38E5256CFCCC}" presName="parTx" presStyleLbl="revTx" presStyleIdx="1" presStyleCnt="4">
        <dgm:presLayoutVars>
          <dgm:chMax val="0"/>
          <dgm:chPref val="0"/>
        </dgm:presLayoutVars>
      </dgm:prSet>
      <dgm:spPr/>
    </dgm:pt>
    <dgm:pt modelId="{9CD24F39-1669-4873-AB78-89E994AA8062}" type="pres">
      <dgm:prSet presAssocID="{ADB986B8-31E1-4C76-94A8-656BEF39467C}" presName="sibTrans" presStyleCnt="0"/>
      <dgm:spPr/>
    </dgm:pt>
    <dgm:pt modelId="{129FA21E-6573-4D51-B529-AC86C9EF2C6D}" type="pres">
      <dgm:prSet presAssocID="{0058E88F-A8F8-448D-9542-F5F6A4BA6084}" presName="compNode" presStyleCnt="0"/>
      <dgm:spPr/>
    </dgm:pt>
    <dgm:pt modelId="{507C1350-2242-483A-A910-667F981AC12E}" type="pres">
      <dgm:prSet presAssocID="{0058E88F-A8F8-448D-9542-F5F6A4BA6084}" presName="bgRect" presStyleLbl="bgShp" presStyleIdx="2" presStyleCnt="4"/>
      <dgm:spPr/>
    </dgm:pt>
    <dgm:pt modelId="{25DB826A-EA9D-4C59-BBCA-4A843E244CE3}" type="pres">
      <dgm:prSet presAssocID="{0058E88F-A8F8-448D-9542-F5F6A4BA608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FE1539F6-AED8-452A-BD49-0AFFFADB7E38}" type="pres">
      <dgm:prSet presAssocID="{0058E88F-A8F8-448D-9542-F5F6A4BA6084}" presName="spaceRect" presStyleCnt="0"/>
      <dgm:spPr/>
    </dgm:pt>
    <dgm:pt modelId="{EE2914D9-C727-41F7-8E85-1D6C9C1E07BF}" type="pres">
      <dgm:prSet presAssocID="{0058E88F-A8F8-448D-9542-F5F6A4BA6084}" presName="parTx" presStyleLbl="revTx" presStyleIdx="2" presStyleCnt="4">
        <dgm:presLayoutVars>
          <dgm:chMax val="0"/>
          <dgm:chPref val="0"/>
        </dgm:presLayoutVars>
      </dgm:prSet>
      <dgm:spPr/>
    </dgm:pt>
    <dgm:pt modelId="{48B7BA2C-45EB-414F-8BCD-48976C64F5DA}" type="pres">
      <dgm:prSet presAssocID="{ACA49818-D2F2-4DF6-9C2B-10525F893453}" presName="sibTrans" presStyleCnt="0"/>
      <dgm:spPr/>
    </dgm:pt>
    <dgm:pt modelId="{1796EFD9-150E-4120-87FC-4E851CF3DC93}" type="pres">
      <dgm:prSet presAssocID="{31158FE9-F152-4297-A461-25D909A4AE7B}" presName="compNode" presStyleCnt="0"/>
      <dgm:spPr/>
    </dgm:pt>
    <dgm:pt modelId="{26C2F0A9-A8E4-40FF-9F62-974917305F42}" type="pres">
      <dgm:prSet presAssocID="{31158FE9-F152-4297-A461-25D909A4AE7B}" presName="bgRect" presStyleLbl="bgShp" presStyleIdx="3" presStyleCnt="4"/>
      <dgm:spPr/>
    </dgm:pt>
    <dgm:pt modelId="{28D7488F-F89E-4AC3-8A31-9AFAE60554B3}" type="pres">
      <dgm:prSet presAssocID="{31158FE9-F152-4297-A461-25D909A4AE7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60E38ABE-EE6D-47D3-9351-22F224D90DD2}" type="pres">
      <dgm:prSet presAssocID="{31158FE9-F152-4297-A461-25D909A4AE7B}" presName="spaceRect" presStyleCnt="0"/>
      <dgm:spPr/>
    </dgm:pt>
    <dgm:pt modelId="{75369EE0-E2CE-4BD2-81A1-A5EE1FF6667A}" type="pres">
      <dgm:prSet presAssocID="{31158FE9-F152-4297-A461-25D909A4AE7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6E75E00-440F-4F10-A5FD-4BDCCDC8D2CC}" srcId="{4063325A-4237-48E8-9E28-D8F2A6D25008}" destId="{31158FE9-F152-4297-A461-25D909A4AE7B}" srcOrd="3" destOrd="0" parTransId="{182265D0-D308-44F8-B960-B38403482823}" sibTransId="{17C48496-57D4-4DA0-B194-A20C472B95E8}"/>
    <dgm:cxn modelId="{DBB3B83C-DE9C-43D1-A05B-9FE38EFC5467}" type="presOf" srcId="{6005FDDF-8B28-4827-903B-68EC5AE0F367}" destId="{82FCD41A-F652-4BA5-89A4-67A525A371A6}" srcOrd="0" destOrd="0" presId="urn:microsoft.com/office/officeart/2018/2/layout/IconVerticalSolidList"/>
    <dgm:cxn modelId="{A3037265-09C8-442A-A039-59613A092B3F}" srcId="{4063325A-4237-48E8-9E28-D8F2A6D25008}" destId="{0058E88F-A8F8-448D-9542-F5F6A4BA6084}" srcOrd="2" destOrd="0" parTransId="{C98AB06B-506D-4468-B274-15190AD33600}" sibTransId="{ACA49818-D2F2-4DF6-9C2B-10525F893453}"/>
    <dgm:cxn modelId="{1089626B-06F9-46F5-883F-B7B5B41D7F99}" type="presOf" srcId="{0058E88F-A8F8-448D-9542-F5F6A4BA6084}" destId="{EE2914D9-C727-41F7-8E85-1D6C9C1E07BF}" srcOrd="0" destOrd="0" presId="urn:microsoft.com/office/officeart/2018/2/layout/IconVerticalSolidList"/>
    <dgm:cxn modelId="{32D1516B-DA56-4169-8F96-34D84D62C17D}" type="presOf" srcId="{31158FE9-F152-4297-A461-25D909A4AE7B}" destId="{75369EE0-E2CE-4BD2-81A1-A5EE1FF6667A}" srcOrd="0" destOrd="0" presId="urn:microsoft.com/office/officeart/2018/2/layout/IconVerticalSolidList"/>
    <dgm:cxn modelId="{1F731E4D-9E27-4C7E-AD57-ACF2FDFE1710}" srcId="{4063325A-4237-48E8-9E28-D8F2A6D25008}" destId="{6005FDDF-8B28-4827-903B-68EC5AE0F367}" srcOrd="0" destOrd="0" parTransId="{D2482FED-64A0-4378-8B58-9F75D06D3B65}" sibTransId="{96BCD7C9-57D3-4285-A19C-4C5CE8D38EA9}"/>
    <dgm:cxn modelId="{FA07A3B0-D07C-4A93-91BA-3CAA37660B9C}" type="presOf" srcId="{BADD401E-8001-4841-8F74-38E5256CFCCC}" destId="{E92C4630-59FD-4F51-AF38-0F8361A313BE}" srcOrd="0" destOrd="0" presId="urn:microsoft.com/office/officeart/2018/2/layout/IconVerticalSolidList"/>
    <dgm:cxn modelId="{E63963BB-0C40-4EE0-A9D3-5265DE104028}" srcId="{4063325A-4237-48E8-9E28-D8F2A6D25008}" destId="{BADD401E-8001-4841-8F74-38E5256CFCCC}" srcOrd="1" destOrd="0" parTransId="{97AF54DC-0E31-427F-855E-D796A82984B5}" sibTransId="{ADB986B8-31E1-4C76-94A8-656BEF39467C}"/>
    <dgm:cxn modelId="{F871D4FC-BBC9-4156-BBCA-4F003540E7F2}" type="presOf" srcId="{4063325A-4237-48E8-9E28-D8F2A6D25008}" destId="{73D42500-1A34-4378-86C3-2FE8277DD5FA}" srcOrd="0" destOrd="0" presId="urn:microsoft.com/office/officeart/2018/2/layout/IconVerticalSolidList"/>
    <dgm:cxn modelId="{C3CDE1AD-A577-41B6-B656-824523613A24}" type="presParOf" srcId="{73D42500-1A34-4378-86C3-2FE8277DD5FA}" destId="{1D09C33F-2609-4A8F-AB67-9D5F6A0A4670}" srcOrd="0" destOrd="0" presId="urn:microsoft.com/office/officeart/2018/2/layout/IconVerticalSolidList"/>
    <dgm:cxn modelId="{AECEF14E-A1EC-448F-862A-F445A3E851CC}" type="presParOf" srcId="{1D09C33F-2609-4A8F-AB67-9D5F6A0A4670}" destId="{2942497C-1204-40E1-AD6A-BBF9C338399B}" srcOrd="0" destOrd="0" presId="urn:microsoft.com/office/officeart/2018/2/layout/IconVerticalSolidList"/>
    <dgm:cxn modelId="{888EA074-3FF2-4D5F-AE07-6B5239BD52CA}" type="presParOf" srcId="{1D09C33F-2609-4A8F-AB67-9D5F6A0A4670}" destId="{E5813968-0C21-42C1-92D3-E8CD0940AA84}" srcOrd="1" destOrd="0" presId="urn:microsoft.com/office/officeart/2018/2/layout/IconVerticalSolidList"/>
    <dgm:cxn modelId="{CD31833F-E006-4623-9AFB-09E7A420CC65}" type="presParOf" srcId="{1D09C33F-2609-4A8F-AB67-9D5F6A0A4670}" destId="{F22E5C4F-CE86-4BB3-AF57-E397CE300BE9}" srcOrd="2" destOrd="0" presId="urn:microsoft.com/office/officeart/2018/2/layout/IconVerticalSolidList"/>
    <dgm:cxn modelId="{EFA81797-82B9-40EC-BF42-7DE860F6221F}" type="presParOf" srcId="{1D09C33F-2609-4A8F-AB67-9D5F6A0A4670}" destId="{82FCD41A-F652-4BA5-89A4-67A525A371A6}" srcOrd="3" destOrd="0" presId="urn:microsoft.com/office/officeart/2018/2/layout/IconVerticalSolidList"/>
    <dgm:cxn modelId="{4B0CA3EB-184A-476F-BE0C-6641119AB23F}" type="presParOf" srcId="{73D42500-1A34-4378-86C3-2FE8277DD5FA}" destId="{7DAED6F7-0A41-489D-A4CE-1BFF910365B4}" srcOrd="1" destOrd="0" presId="urn:microsoft.com/office/officeart/2018/2/layout/IconVerticalSolidList"/>
    <dgm:cxn modelId="{D7A10117-19AE-417D-8A36-BD483120D439}" type="presParOf" srcId="{73D42500-1A34-4378-86C3-2FE8277DD5FA}" destId="{84AD995C-99E9-4CB4-8ECF-14BC5C7B805E}" srcOrd="2" destOrd="0" presId="urn:microsoft.com/office/officeart/2018/2/layout/IconVerticalSolidList"/>
    <dgm:cxn modelId="{508A665F-1F73-4DB3-8FE3-BA105638F85B}" type="presParOf" srcId="{84AD995C-99E9-4CB4-8ECF-14BC5C7B805E}" destId="{1C678129-A7C6-4A69-B666-6CBC92DD853C}" srcOrd="0" destOrd="0" presId="urn:microsoft.com/office/officeart/2018/2/layout/IconVerticalSolidList"/>
    <dgm:cxn modelId="{57104D3D-717F-467B-BC24-E818AF216447}" type="presParOf" srcId="{84AD995C-99E9-4CB4-8ECF-14BC5C7B805E}" destId="{CB772170-E5BA-4D0F-BD20-737FB4A01F19}" srcOrd="1" destOrd="0" presId="urn:microsoft.com/office/officeart/2018/2/layout/IconVerticalSolidList"/>
    <dgm:cxn modelId="{1BAC3321-E540-4506-8769-94CF97EA4734}" type="presParOf" srcId="{84AD995C-99E9-4CB4-8ECF-14BC5C7B805E}" destId="{53E2739A-2AAC-4967-A990-E8C2C022EDC1}" srcOrd="2" destOrd="0" presId="urn:microsoft.com/office/officeart/2018/2/layout/IconVerticalSolidList"/>
    <dgm:cxn modelId="{9F6A94F9-3F15-4B76-AD27-D30ECE9F0AFD}" type="presParOf" srcId="{84AD995C-99E9-4CB4-8ECF-14BC5C7B805E}" destId="{E92C4630-59FD-4F51-AF38-0F8361A313BE}" srcOrd="3" destOrd="0" presId="urn:microsoft.com/office/officeart/2018/2/layout/IconVerticalSolidList"/>
    <dgm:cxn modelId="{80B66CAE-03AE-45DB-B050-D80AD917495B}" type="presParOf" srcId="{73D42500-1A34-4378-86C3-2FE8277DD5FA}" destId="{9CD24F39-1669-4873-AB78-89E994AA8062}" srcOrd="3" destOrd="0" presId="urn:microsoft.com/office/officeart/2018/2/layout/IconVerticalSolidList"/>
    <dgm:cxn modelId="{A799FB37-12C2-4E6A-B155-F86DEB3A606A}" type="presParOf" srcId="{73D42500-1A34-4378-86C3-2FE8277DD5FA}" destId="{129FA21E-6573-4D51-B529-AC86C9EF2C6D}" srcOrd="4" destOrd="0" presId="urn:microsoft.com/office/officeart/2018/2/layout/IconVerticalSolidList"/>
    <dgm:cxn modelId="{92B84A18-8F1B-4159-970F-72A50D6E209D}" type="presParOf" srcId="{129FA21E-6573-4D51-B529-AC86C9EF2C6D}" destId="{507C1350-2242-483A-A910-667F981AC12E}" srcOrd="0" destOrd="0" presId="urn:microsoft.com/office/officeart/2018/2/layout/IconVerticalSolidList"/>
    <dgm:cxn modelId="{D4F86C69-EDC3-46D0-BD0D-AC7C831F3340}" type="presParOf" srcId="{129FA21E-6573-4D51-B529-AC86C9EF2C6D}" destId="{25DB826A-EA9D-4C59-BBCA-4A843E244CE3}" srcOrd="1" destOrd="0" presId="urn:microsoft.com/office/officeart/2018/2/layout/IconVerticalSolidList"/>
    <dgm:cxn modelId="{E4478F85-870D-44BA-861C-45D16431434B}" type="presParOf" srcId="{129FA21E-6573-4D51-B529-AC86C9EF2C6D}" destId="{FE1539F6-AED8-452A-BD49-0AFFFADB7E38}" srcOrd="2" destOrd="0" presId="urn:microsoft.com/office/officeart/2018/2/layout/IconVerticalSolidList"/>
    <dgm:cxn modelId="{CE54F9E3-069B-44FF-9D58-375EB8872B66}" type="presParOf" srcId="{129FA21E-6573-4D51-B529-AC86C9EF2C6D}" destId="{EE2914D9-C727-41F7-8E85-1D6C9C1E07BF}" srcOrd="3" destOrd="0" presId="urn:microsoft.com/office/officeart/2018/2/layout/IconVerticalSolidList"/>
    <dgm:cxn modelId="{2384BD26-CD1C-4B4A-85A8-5BAF0CD9E518}" type="presParOf" srcId="{73D42500-1A34-4378-86C3-2FE8277DD5FA}" destId="{48B7BA2C-45EB-414F-8BCD-48976C64F5DA}" srcOrd="5" destOrd="0" presId="urn:microsoft.com/office/officeart/2018/2/layout/IconVerticalSolidList"/>
    <dgm:cxn modelId="{9DCD0432-73A9-4323-A8C8-C58290392D01}" type="presParOf" srcId="{73D42500-1A34-4378-86C3-2FE8277DD5FA}" destId="{1796EFD9-150E-4120-87FC-4E851CF3DC93}" srcOrd="6" destOrd="0" presId="urn:microsoft.com/office/officeart/2018/2/layout/IconVerticalSolidList"/>
    <dgm:cxn modelId="{6014EA97-02EA-4E44-8087-4D7299A34A4A}" type="presParOf" srcId="{1796EFD9-150E-4120-87FC-4E851CF3DC93}" destId="{26C2F0A9-A8E4-40FF-9F62-974917305F42}" srcOrd="0" destOrd="0" presId="urn:microsoft.com/office/officeart/2018/2/layout/IconVerticalSolidList"/>
    <dgm:cxn modelId="{D2AA44DD-9CDD-4F25-90D8-E9579E0FC80F}" type="presParOf" srcId="{1796EFD9-150E-4120-87FC-4E851CF3DC93}" destId="{28D7488F-F89E-4AC3-8A31-9AFAE60554B3}" srcOrd="1" destOrd="0" presId="urn:microsoft.com/office/officeart/2018/2/layout/IconVerticalSolidList"/>
    <dgm:cxn modelId="{EE7C5945-A33E-4EA9-9752-31EEB2CB5D3D}" type="presParOf" srcId="{1796EFD9-150E-4120-87FC-4E851CF3DC93}" destId="{60E38ABE-EE6D-47D3-9351-22F224D90DD2}" srcOrd="2" destOrd="0" presId="urn:microsoft.com/office/officeart/2018/2/layout/IconVerticalSolidList"/>
    <dgm:cxn modelId="{E08CF2D8-5775-40BD-9F9D-681935D22D2F}" type="presParOf" srcId="{1796EFD9-150E-4120-87FC-4E851CF3DC93}" destId="{75369EE0-E2CE-4BD2-81A1-A5EE1FF666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19CA77-154B-4167-BE7B-87E8196740ED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BC2341-388B-4B90-B54C-613BBDB18016}">
      <dgm:prSet/>
      <dgm:spPr/>
      <dgm:t>
        <a:bodyPr/>
        <a:lstStyle/>
        <a:p>
          <a:r>
            <a:rPr lang="en-US" b="0" i="0" dirty="0"/>
            <a:t>Request Buoy data</a:t>
          </a:r>
          <a:endParaRPr lang="en-US" dirty="0"/>
        </a:p>
      </dgm:t>
    </dgm:pt>
    <dgm:pt modelId="{1E18F374-80A4-4300-8169-1B68CFBBF0FE}" type="parTrans" cxnId="{61E22CEA-D68B-4508-A390-3E3D015E32C5}">
      <dgm:prSet/>
      <dgm:spPr/>
      <dgm:t>
        <a:bodyPr/>
        <a:lstStyle/>
        <a:p>
          <a:endParaRPr lang="en-US"/>
        </a:p>
      </dgm:t>
    </dgm:pt>
    <dgm:pt modelId="{4F0B549E-6FCB-48E4-AD16-FF468AA18BF0}" type="sibTrans" cxnId="{61E22CEA-D68B-4508-A390-3E3D015E32C5}">
      <dgm:prSet/>
      <dgm:spPr/>
      <dgm:t>
        <a:bodyPr/>
        <a:lstStyle/>
        <a:p>
          <a:endParaRPr lang="en-US"/>
        </a:p>
      </dgm:t>
    </dgm:pt>
    <dgm:pt modelId="{E98B2657-9AB2-46F4-974B-15561FC28EA3}">
      <dgm:prSet/>
      <dgm:spPr/>
      <dgm:t>
        <a:bodyPr/>
        <a:lstStyle/>
        <a:p>
          <a:r>
            <a:rPr lang="en-US" b="0" i="0" dirty="0"/>
            <a:t>Data is downloaded from NOAA buoy station</a:t>
          </a:r>
          <a:endParaRPr lang="en-US" dirty="0"/>
        </a:p>
      </dgm:t>
    </dgm:pt>
    <dgm:pt modelId="{7F4355C3-44DD-475E-A13E-C1B49E27FCA0}" type="parTrans" cxnId="{96ADE4F3-045C-4666-831A-E25C602270D9}">
      <dgm:prSet/>
      <dgm:spPr/>
      <dgm:t>
        <a:bodyPr/>
        <a:lstStyle/>
        <a:p>
          <a:endParaRPr lang="en-US"/>
        </a:p>
      </dgm:t>
    </dgm:pt>
    <dgm:pt modelId="{4C0C82BF-0504-4D85-A14E-2C50E74C18EB}" type="sibTrans" cxnId="{96ADE4F3-045C-4666-831A-E25C602270D9}">
      <dgm:prSet/>
      <dgm:spPr/>
      <dgm:t>
        <a:bodyPr/>
        <a:lstStyle/>
        <a:p>
          <a:endParaRPr lang="en-US"/>
        </a:p>
      </dgm:t>
    </dgm:pt>
    <dgm:pt modelId="{E856E595-51DF-4F6A-9D65-06E662734F5A}">
      <dgm:prSet/>
      <dgm:spPr/>
      <dgm:t>
        <a:bodyPr/>
        <a:lstStyle/>
        <a:p>
          <a:r>
            <a:rPr lang="en-US" b="0" i="0" dirty="0"/>
            <a:t>Text response is split into lines and columns</a:t>
          </a:r>
          <a:endParaRPr lang="en-US" dirty="0"/>
        </a:p>
      </dgm:t>
    </dgm:pt>
    <dgm:pt modelId="{111C973C-669D-4E1B-9E05-8334965AF668}" type="parTrans" cxnId="{5B3AD22E-4972-4603-875D-88247DEA2548}">
      <dgm:prSet/>
      <dgm:spPr/>
      <dgm:t>
        <a:bodyPr/>
        <a:lstStyle/>
        <a:p>
          <a:endParaRPr lang="en-US"/>
        </a:p>
      </dgm:t>
    </dgm:pt>
    <dgm:pt modelId="{C6F9D213-22EC-4AFF-8444-E3E766C0A9BE}" type="sibTrans" cxnId="{5B3AD22E-4972-4603-875D-88247DEA2548}">
      <dgm:prSet/>
      <dgm:spPr/>
      <dgm:t>
        <a:bodyPr/>
        <a:lstStyle/>
        <a:p>
          <a:endParaRPr lang="en-US"/>
        </a:p>
      </dgm:t>
    </dgm:pt>
    <dgm:pt modelId="{80523BFF-87AC-43AF-93BC-CCF263022000}">
      <dgm:prSet/>
      <dgm:spPr/>
      <dgm:t>
        <a:bodyPr/>
        <a:lstStyle/>
        <a:p>
          <a:r>
            <a:rPr lang="en-US" b="0" i="0"/>
            <a:t>Specific indexes are extracted for wave height, period, and temperature</a:t>
          </a:r>
          <a:endParaRPr lang="en-US"/>
        </a:p>
      </dgm:t>
    </dgm:pt>
    <dgm:pt modelId="{F1F0773F-5048-442C-A6C9-63C317FA117D}" type="parTrans" cxnId="{15C9FDF5-CDB1-4CC0-9740-52C0422D8B32}">
      <dgm:prSet/>
      <dgm:spPr/>
      <dgm:t>
        <a:bodyPr/>
        <a:lstStyle/>
        <a:p>
          <a:endParaRPr lang="en-US"/>
        </a:p>
      </dgm:t>
    </dgm:pt>
    <dgm:pt modelId="{D4A3B9D5-58C0-4551-93A1-AAD11584A892}" type="sibTrans" cxnId="{15C9FDF5-CDB1-4CC0-9740-52C0422D8B32}">
      <dgm:prSet/>
      <dgm:spPr/>
      <dgm:t>
        <a:bodyPr/>
        <a:lstStyle/>
        <a:p>
          <a:endParaRPr lang="en-US"/>
        </a:p>
      </dgm:t>
    </dgm:pt>
    <dgm:pt modelId="{A29DF579-D8B6-4F67-ABFC-85A2DBDB27C7}" type="pres">
      <dgm:prSet presAssocID="{AB19CA77-154B-4167-BE7B-87E8196740ED}" presName="outerComposite" presStyleCnt="0">
        <dgm:presLayoutVars>
          <dgm:chMax val="5"/>
          <dgm:dir/>
          <dgm:resizeHandles val="exact"/>
        </dgm:presLayoutVars>
      </dgm:prSet>
      <dgm:spPr/>
    </dgm:pt>
    <dgm:pt modelId="{C61BBFA6-2FF5-4B5B-AD19-ED9E67DFF6C5}" type="pres">
      <dgm:prSet presAssocID="{AB19CA77-154B-4167-BE7B-87E8196740ED}" presName="dummyMaxCanvas" presStyleCnt="0">
        <dgm:presLayoutVars/>
      </dgm:prSet>
      <dgm:spPr/>
    </dgm:pt>
    <dgm:pt modelId="{04077C8B-2748-4F47-9AF1-B29150A430BA}" type="pres">
      <dgm:prSet presAssocID="{AB19CA77-154B-4167-BE7B-87E8196740ED}" presName="FourNodes_1" presStyleLbl="node1" presStyleIdx="0" presStyleCnt="4">
        <dgm:presLayoutVars>
          <dgm:bulletEnabled val="1"/>
        </dgm:presLayoutVars>
      </dgm:prSet>
      <dgm:spPr/>
    </dgm:pt>
    <dgm:pt modelId="{F3BB27B7-09AE-4C05-8F6E-6A875E8ED2B5}" type="pres">
      <dgm:prSet presAssocID="{AB19CA77-154B-4167-BE7B-87E8196740ED}" presName="FourNodes_2" presStyleLbl="node1" presStyleIdx="1" presStyleCnt="4">
        <dgm:presLayoutVars>
          <dgm:bulletEnabled val="1"/>
        </dgm:presLayoutVars>
      </dgm:prSet>
      <dgm:spPr/>
    </dgm:pt>
    <dgm:pt modelId="{3BDD3E26-5932-4031-8E2C-D94604E064FB}" type="pres">
      <dgm:prSet presAssocID="{AB19CA77-154B-4167-BE7B-87E8196740ED}" presName="FourNodes_3" presStyleLbl="node1" presStyleIdx="2" presStyleCnt="4">
        <dgm:presLayoutVars>
          <dgm:bulletEnabled val="1"/>
        </dgm:presLayoutVars>
      </dgm:prSet>
      <dgm:spPr/>
    </dgm:pt>
    <dgm:pt modelId="{0F0A3A24-1656-4091-98E6-106F70A47C93}" type="pres">
      <dgm:prSet presAssocID="{AB19CA77-154B-4167-BE7B-87E8196740ED}" presName="FourNodes_4" presStyleLbl="node1" presStyleIdx="3" presStyleCnt="4">
        <dgm:presLayoutVars>
          <dgm:bulletEnabled val="1"/>
        </dgm:presLayoutVars>
      </dgm:prSet>
      <dgm:spPr/>
    </dgm:pt>
    <dgm:pt modelId="{211C6BBC-815E-4F97-A50A-59D0857A0C73}" type="pres">
      <dgm:prSet presAssocID="{AB19CA77-154B-4167-BE7B-87E8196740ED}" presName="FourConn_1-2" presStyleLbl="fgAccFollowNode1" presStyleIdx="0" presStyleCnt="3">
        <dgm:presLayoutVars>
          <dgm:bulletEnabled val="1"/>
        </dgm:presLayoutVars>
      </dgm:prSet>
      <dgm:spPr/>
    </dgm:pt>
    <dgm:pt modelId="{9048B78E-5AFB-4251-994C-45A5DCDA4CE7}" type="pres">
      <dgm:prSet presAssocID="{AB19CA77-154B-4167-BE7B-87E8196740ED}" presName="FourConn_2-3" presStyleLbl="fgAccFollowNode1" presStyleIdx="1" presStyleCnt="3">
        <dgm:presLayoutVars>
          <dgm:bulletEnabled val="1"/>
        </dgm:presLayoutVars>
      </dgm:prSet>
      <dgm:spPr/>
    </dgm:pt>
    <dgm:pt modelId="{0C4CB250-F643-406B-8B6B-B52246607F43}" type="pres">
      <dgm:prSet presAssocID="{AB19CA77-154B-4167-BE7B-87E8196740ED}" presName="FourConn_3-4" presStyleLbl="fgAccFollowNode1" presStyleIdx="2" presStyleCnt="3">
        <dgm:presLayoutVars>
          <dgm:bulletEnabled val="1"/>
        </dgm:presLayoutVars>
      </dgm:prSet>
      <dgm:spPr/>
    </dgm:pt>
    <dgm:pt modelId="{8C9CAB1D-DE44-4D3D-85C6-8071929F1E43}" type="pres">
      <dgm:prSet presAssocID="{AB19CA77-154B-4167-BE7B-87E8196740ED}" presName="FourNodes_1_text" presStyleLbl="node1" presStyleIdx="3" presStyleCnt="4">
        <dgm:presLayoutVars>
          <dgm:bulletEnabled val="1"/>
        </dgm:presLayoutVars>
      </dgm:prSet>
      <dgm:spPr/>
    </dgm:pt>
    <dgm:pt modelId="{8CDCB2B2-A056-4BAE-A7BA-4B0A0283E645}" type="pres">
      <dgm:prSet presAssocID="{AB19CA77-154B-4167-BE7B-87E8196740ED}" presName="FourNodes_2_text" presStyleLbl="node1" presStyleIdx="3" presStyleCnt="4">
        <dgm:presLayoutVars>
          <dgm:bulletEnabled val="1"/>
        </dgm:presLayoutVars>
      </dgm:prSet>
      <dgm:spPr/>
    </dgm:pt>
    <dgm:pt modelId="{D4B05E8B-CEA9-42BC-A086-1039901AB3F9}" type="pres">
      <dgm:prSet presAssocID="{AB19CA77-154B-4167-BE7B-87E8196740ED}" presName="FourNodes_3_text" presStyleLbl="node1" presStyleIdx="3" presStyleCnt="4">
        <dgm:presLayoutVars>
          <dgm:bulletEnabled val="1"/>
        </dgm:presLayoutVars>
      </dgm:prSet>
      <dgm:spPr/>
    </dgm:pt>
    <dgm:pt modelId="{A99D0B49-2871-456E-B6E4-A99B8CD9AD63}" type="pres">
      <dgm:prSet presAssocID="{AB19CA77-154B-4167-BE7B-87E8196740E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4049A0A-444C-4BFB-958E-8E1286A9E90D}" type="presOf" srcId="{4C0C82BF-0504-4D85-A14E-2C50E74C18EB}" destId="{9048B78E-5AFB-4251-994C-45A5DCDA4CE7}" srcOrd="0" destOrd="0" presId="urn:microsoft.com/office/officeart/2005/8/layout/vProcess5"/>
    <dgm:cxn modelId="{FB3DFA29-252F-446C-B1F0-E1DB8162A610}" type="presOf" srcId="{C6F9D213-22EC-4AFF-8444-E3E766C0A9BE}" destId="{0C4CB250-F643-406B-8B6B-B52246607F43}" srcOrd="0" destOrd="0" presId="urn:microsoft.com/office/officeart/2005/8/layout/vProcess5"/>
    <dgm:cxn modelId="{5B3AD22E-4972-4603-875D-88247DEA2548}" srcId="{AB19CA77-154B-4167-BE7B-87E8196740ED}" destId="{E856E595-51DF-4F6A-9D65-06E662734F5A}" srcOrd="2" destOrd="0" parTransId="{111C973C-669D-4E1B-9E05-8334965AF668}" sibTransId="{C6F9D213-22EC-4AFF-8444-E3E766C0A9BE}"/>
    <dgm:cxn modelId="{D12B9868-57DE-4FB3-A6D0-C74638E5C06A}" type="presOf" srcId="{E98B2657-9AB2-46F4-974B-15561FC28EA3}" destId="{F3BB27B7-09AE-4C05-8F6E-6A875E8ED2B5}" srcOrd="0" destOrd="0" presId="urn:microsoft.com/office/officeart/2005/8/layout/vProcess5"/>
    <dgm:cxn modelId="{86798D6E-3C75-4047-A293-9C0C9F1D7976}" type="presOf" srcId="{AB19CA77-154B-4167-BE7B-87E8196740ED}" destId="{A29DF579-D8B6-4F67-ABFC-85A2DBDB27C7}" srcOrd="0" destOrd="0" presId="urn:microsoft.com/office/officeart/2005/8/layout/vProcess5"/>
    <dgm:cxn modelId="{A2961372-B54F-4048-841D-D73B7181F34D}" type="presOf" srcId="{E98B2657-9AB2-46F4-974B-15561FC28EA3}" destId="{8CDCB2B2-A056-4BAE-A7BA-4B0A0283E645}" srcOrd="1" destOrd="0" presId="urn:microsoft.com/office/officeart/2005/8/layout/vProcess5"/>
    <dgm:cxn modelId="{0C69FB72-F4D2-4965-A1BB-50338CFA028A}" type="presOf" srcId="{80523BFF-87AC-43AF-93BC-CCF263022000}" destId="{A99D0B49-2871-456E-B6E4-A99B8CD9AD63}" srcOrd="1" destOrd="0" presId="urn:microsoft.com/office/officeart/2005/8/layout/vProcess5"/>
    <dgm:cxn modelId="{E6214254-4520-4E07-8516-21D927E0855A}" type="presOf" srcId="{E6BC2341-388B-4B90-B54C-613BBDB18016}" destId="{04077C8B-2748-4F47-9AF1-B29150A430BA}" srcOrd="0" destOrd="0" presId="urn:microsoft.com/office/officeart/2005/8/layout/vProcess5"/>
    <dgm:cxn modelId="{82F4ED83-0958-441B-9C69-07B1981CAF84}" type="presOf" srcId="{E856E595-51DF-4F6A-9D65-06E662734F5A}" destId="{3BDD3E26-5932-4031-8E2C-D94604E064FB}" srcOrd="0" destOrd="0" presId="urn:microsoft.com/office/officeart/2005/8/layout/vProcess5"/>
    <dgm:cxn modelId="{2870D1A9-EE27-46A4-9ACD-7529F986CFFF}" type="presOf" srcId="{E6BC2341-388B-4B90-B54C-613BBDB18016}" destId="{8C9CAB1D-DE44-4D3D-85C6-8071929F1E43}" srcOrd="1" destOrd="0" presId="urn:microsoft.com/office/officeart/2005/8/layout/vProcess5"/>
    <dgm:cxn modelId="{AD717EBF-5F69-46D2-ABB7-47E65F8AFEF7}" type="presOf" srcId="{80523BFF-87AC-43AF-93BC-CCF263022000}" destId="{0F0A3A24-1656-4091-98E6-106F70A47C93}" srcOrd="0" destOrd="0" presId="urn:microsoft.com/office/officeart/2005/8/layout/vProcess5"/>
    <dgm:cxn modelId="{6DD6DDDF-7A15-4A32-98E7-3CE1C05E2871}" type="presOf" srcId="{4F0B549E-6FCB-48E4-AD16-FF468AA18BF0}" destId="{211C6BBC-815E-4F97-A50A-59D0857A0C73}" srcOrd="0" destOrd="0" presId="urn:microsoft.com/office/officeart/2005/8/layout/vProcess5"/>
    <dgm:cxn modelId="{3BF8EAE7-85C0-49D6-96A0-B76631DEC559}" type="presOf" srcId="{E856E595-51DF-4F6A-9D65-06E662734F5A}" destId="{D4B05E8B-CEA9-42BC-A086-1039901AB3F9}" srcOrd="1" destOrd="0" presId="urn:microsoft.com/office/officeart/2005/8/layout/vProcess5"/>
    <dgm:cxn modelId="{61E22CEA-D68B-4508-A390-3E3D015E32C5}" srcId="{AB19CA77-154B-4167-BE7B-87E8196740ED}" destId="{E6BC2341-388B-4B90-B54C-613BBDB18016}" srcOrd="0" destOrd="0" parTransId="{1E18F374-80A4-4300-8169-1B68CFBBF0FE}" sibTransId="{4F0B549E-6FCB-48E4-AD16-FF468AA18BF0}"/>
    <dgm:cxn modelId="{96ADE4F3-045C-4666-831A-E25C602270D9}" srcId="{AB19CA77-154B-4167-BE7B-87E8196740ED}" destId="{E98B2657-9AB2-46F4-974B-15561FC28EA3}" srcOrd="1" destOrd="0" parTransId="{7F4355C3-44DD-475E-A13E-C1B49E27FCA0}" sibTransId="{4C0C82BF-0504-4D85-A14E-2C50E74C18EB}"/>
    <dgm:cxn modelId="{15C9FDF5-CDB1-4CC0-9740-52C0422D8B32}" srcId="{AB19CA77-154B-4167-BE7B-87E8196740ED}" destId="{80523BFF-87AC-43AF-93BC-CCF263022000}" srcOrd="3" destOrd="0" parTransId="{F1F0773F-5048-442C-A6C9-63C317FA117D}" sibTransId="{D4A3B9D5-58C0-4551-93A1-AAD11584A892}"/>
    <dgm:cxn modelId="{E4F9C5D0-82FB-4F2E-8172-BA3008E708C1}" type="presParOf" srcId="{A29DF579-D8B6-4F67-ABFC-85A2DBDB27C7}" destId="{C61BBFA6-2FF5-4B5B-AD19-ED9E67DFF6C5}" srcOrd="0" destOrd="0" presId="urn:microsoft.com/office/officeart/2005/8/layout/vProcess5"/>
    <dgm:cxn modelId="{3AEC0FBE-B2DC-4C56-9C37-4E6FDEB321C9}" type="presParOf" srcId="{A29DF579-D8B6-4F67-ABFC-85A2DBDB27C7}" destId="{04077C8B-2748-4F47-9AF1-B29150A430BA}" srcOrd="1" destOrd="0" presId="urn:microsoft.com/office/officeart/2005/8/layout/vProcess5"/>
    <dgm:cxn modelId="{399B103D-5A4E-4CEA-91E1-DE26AE622DF8}" type="presParOf" srcId="{A29DF579-D8B6-4F67-ABFC-85A2DBDB27C7}" destId="{F3BB27B7-09AE-4C05-8F6E-6A875E8ED2B5}" srcOrd="2" destOrd="0" presId="urn:microsoft.com/office/officeart/2005/8/layout/vProcess5"/>
    <dgm:cxn modelId="{D2334A42-683C-4CA8-82FD-51471AF5F829}" type="presParOf" srcId="{A29DF579-D8B6-4F67-ABFC-85A2DBDB27C7}" destId="{3BDD3E26-5932-4031-8E2C-D94604E064FB}" srcOrd="3" destOrd="0" presId="urn:microsoft.com/office/officeart/2005/8/layout/vProcess5"/>
    <dgm:cxn modelId="{95E8E761-E496-4D9C-B54A-838F88D95856}" type="presParOf" srcId="{A29DF579-D8B6-4F67-ABFC-85A2DBDB27C7}" destId="{0F0A3A24-1656-4091-98E6-106F70A47C93}" srcOrd="4" destOrd="0" presId="urn:microsoft.com/office/officeart/2005/8/layout/vProcess5"/>
    <dgm:cxn modelId="{38707478-12BB-4A48-AB1A-8CDB8C0D872E}" type="presParOf" srcId="{A29DF579-D8B6-4F67-ABFC-85A2DBDB27C7}" destId="{211C6BBC-815E-4F97-A50A-59D0857A0C73}" srcOrd="5" destOrd="0" presId="urn:microsoft.com/office/officeart/2005/8/layout/vProcess5"/>
    <dgm:cxn modelId="{80105C5C-F6A7-4338-B66C-28F981374813}" type="presParOf" srcId="{A29DF579-D8B6-4F67-ABFC-85A2DBDB27C7}" destId="{9048B78E-5AFB-4251-994C-45A5DCDA4CE7}" srcOrd="6" destOrd="0" presId="urn:microsoft.com/office/officeart/2005/8/layout/vProcess5"/>
    <dgm:cxn modelId="{09D5662A-6D56-461B-9F7E-2C381DBC9524}" type="presParOf" srcId="{A29DF579-D8B6-4F67-ABFC-85A2DBDB27C7}" destId="{0C4CB250-F643-406B-8B6B-B52246607F43}" srcOrd="7" destOrd="0" presId="urn:microsoft.com/office/officeart/2005/8/layout/vProcess5"/>
    <dgm:cxn modelId="{4966ABE8-A99F-4C6E-BE56-8429A81A0460}" type="presParOf" srcId="{A29DF579-D8B6-4F67-ABFC-85A2DBDB27C7}" destId="{8C9CAB1D-DE44-4D3D-85C6-8071929F1E43}" srcOrd="8" destOrd="0" presId="urn:microsoft.com/office/officeart/2005/8/layout/vProcess5"/>
    <dgm:cxn modelId="{62C2F1BD-9AF9-43A5-9741-C196A315665D}" type="presParOf" srcId="{A29DF579-D8B6-4F67-ABFC-85A2DBDB27C7}" destId="{8CDCB2B2-A056-4BAE-A7BA-4B0A0283E645}" srcOrd="9" destOrd="0" presId="urn:microsoft.com/office/officeart/2005/8/layout/vProcess5"/>
    <dgm:cxn modelId="{ACF08468-1950-4942-A5B0-E5AD251CEED4}" type="presParOf" srcId="{A29DF579-D8B6-4F67-ABFC-85A2DBDB27C7}" destId="{D4B05E8B-CEA9-42BC-A086-1039901AB3F9}" srcOrd="10" destOrd="0" presId="urn:microsoft.com/office/officeart/2005/8/layout/vProcess5"/>
    <dgm:cxn modelId="{ED038CD3-E35A-4741-B580-B79F20462669}" type="presParOf" srcId="{A29DF579-D8B6-4F67-ABFC-85A2DBDB27C7}" destId="{A99D0B49-2871-456E-B6E4-A99B8CD9AD6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D8F336-1B62-4A36-BC50-87D4C1B2FA3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252281-5507-41B0-9591-53BA96EDE520}">
      <dgm:prSet/>
      <dgm:spPr/>
      <dgm:t>
        <a:bodyPr/>
        <a:lstStyle/>
        <a:p>
          <a:r>
            <a:rPr lang="en-US" b="0" i="0"/>
            <a:t>First API call gets data for coordinates</a:t>
          </a:r>
          <a:endParaRPr lang="en-US"/>
        </a:p>
      </dgm:t>
    </dgm:pt>
    <dgm:pt modelId="{D015CB24-985B-4845-A0B2-103F82A336C2}" type="parTrans" cxnId="{5E6F2F45-19C5-4B1F-B61A-D1C8715E0117}">
      <dgm:prSet/>
      <dgm:spPr/>
      <dgm:t>
        <a:bodyPr/>
        <a:lstStyle/>
        <a:p>
          <a:endParaRPr lang="en-US"/>
        </a:p>
      </dgm:t>
    </dgm:pt>
    <dgm:pt modelId="{BFB20F02-2767-4C5C-81DD-59483ED91B72}" type="sibTrans" cxnId="{5E6F2F45-19C5-4B1F-B61A-D1C8715E0117}">
      <dgm:prSet/>
      <dgm:spPr/>
      <dgm:t>
        <a:bodyPr/>
        <a:lstStyle/>
        <a:p>
          <a:endParaRPr lang="en-US"/>
        </a:p>
      </dgm:t>
    </dgm:pt>
    <dgm:pt modelId="{C2415760-059D-466E-9E39-3B0896778B1A}">
      <dgm:prSet/>
      <dgm:spPr/>
      <dgm:t>
        <a:bodyPr/>
        <a:lstStyle/>
        <a:p>
          <a:r>
            <a:rPr lang="en-US" b="0" i="0"/>
            <a:t>Second API call fetches actual forecast data</a:t>
          </a:r>
          <a:endParaRPr lang="en-US"/>
        </a:p>
      </dgm:t>
    </dgm:pt>
    <dgm:pt modelId="{63147D45-589F-464B-AC19-7F7259DA666C}" type="parTrans" cxnId="{843605C5-E657-46D6-BA1B-904FBAE091A1}">
      <dgm:prSet/>
      <dgm:spPr/>
      <dgm:t>
        <a:bodyPr/>
        <a:lstStyle/>
        <a:p>
          <a:endParaRPr lang="en-US"/>
        </a:p>
      </dgm:t>
    </dgm:pt>
    <dgm:pt modelId="{716B63AA-8535-4F97-B5A6-2ACAEDAC8CC6}" type="sibTrans" cxnId="{843605C5-E657-46D6-BA1B-904FBAE091A1}">
      <dgm:prSet/>
      <dgm:spPr/>
      <dgm:t>
        <a:bodyPr/>
        <a:lstStyle/>
        <a:p>
          <a:endParaRPr lang="en-US"/>
        </a:p>
      </dgm:t>
    </dgm:pt>
    <dgm:pt modelId="{AA566AA3-30E4-4D21-90D0-34C48DC56167}">
      <dgm:prSet/>
      <dgm:spPr/>
      <dgm:t>
        <a:bodyPr/>
        <a:lstStyle/>
        <a:p>
          <a:r>
            <a:rPr lang="en-US" b="0" i="0"/>
            <a:t>Weather.gov separates points and forecasts</a:t>
          </a:r>
          <a:endParaRPr lang="en-US"/>
        </a:p>
      </dgm:t>
    </dgm:pt>
    <dgm:pt modelId="{5FDDFA36-0DAF-4832-AF1E-D98E17824619}" type="parTrans" cxnId="{FBADFCF3-7C63-4D7D-BDBB-0D5B7AD9146F}">
      <dgm:prSet/>
      <dgm:spPr/>
      <dgm:t>
        <a:bodyPr/>
        <a:lstStyle/>
        <a:p>
          <a:endParaRPr lang="en-US"/>
        </a:p>
      </dgm:t>
    </dgm:pt>
    <dgm:pt modelId="{A1B97D70-A6DA-4106-87BF-3C001F76E1AC}" type="sibTrans" cxnId="{FBADFCF3-7C63-4D7D-BDBB-0D5B7AD9146F}">
      <dgm:prSet/>
      <dgm:spPr/>
      <dgm:t>
        <a:bodyPr/>
        <a:lstStyle/>
        <a:p>
          <a:endParaRPr lang="en-US"/>
        </a:p>
      </dgm:t>
    </dgm:pt>
    <dgm:pt modelId="{9CCF660B-19C3-4260-B147-BD2B8868AA63}">
      <dgm:prSet/>
      <dgm:spPr/>
      <dgm:t>
        <a:bodyPr/>
        <a:lstStyle/>
        <a:p>
          <a:r>
            <a:rPr lang="en-US" b="0" i="0"/>
            <a:t>Forecast period contains temperature, wind, and forecast summary</a:t>
          </a:r>
          <a:endParaRPr lang="en-US"/>
        </a:p>
      </dgm:t>
    </dgm:pt>
    <dgm:pt modelId="{8E162DAB-4A94-4D49-B937-895BA0FE5AEB}" type="parTrans" cxnId="{3DF458DE-1676-48A4-9087-3974A1E5CFAC}">
      <dgm:prSet/>
      <dgm:spPr/>
      <dgm:t>
        <a:bodyPr/>
        <a:lstStyle/>
        <a:p>
          <a:endParaRPr lang="en-US"/>
        </a:p>
      </dgm:t>
    </dgm:pt>
    <dgm:pt modelId="{38ED3314-0A0E-43AB-B3B8-CE66A638D3F6}" type="sibTrans" cxnId="{3DF458DE-1676-48A4-9087-3974A1E5CFAC}">
      <dgm:prSet/>
      <dgm:spPr/>
      <dgm:t>
        <a:bodyPr/>
        <a:lstStyle/>
        <a:p>
          <a:endParaRPr lang="en-US"/>
        </a:p>
      </dgm:t>
    </dgm:pt>
    <dgm:pt modelId="{A9663CFA-F128-44DE-8FBE-55F5AB7929D3}" type="pres">
      <dgm:prSet presAssocID="{C6D8F336-1B62-4A36-BC50-87D4C1B2FA3C}" presName="linear" presStyleCnt="0">
        <dgm:presLayoutVars>
          <dgm:animLvl val="lvl"/>
          <dgm:resizeHandles val="exact"/>
        </dgm:presLayoutVars>
      </dgm:prSet>
      <dgm:spPr/>
    </dgm:pt>
    <dgm:pt modelId="{9B39BA7B-EF19-45F7-8E76-C51FE5658376}" type="pres">
      <dgm:prSet presAssocID="{9B252281-5507-41B0-9591-53BA96EDE52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468454-9746-43CE-91C4-9FB32B374AAE}" type="pres">
      <dgm:prSet presAssocID="{BFB20F02-2767-4C5C-81DD-59483ED91B72}" presName="spacer" presStyleCnt="0"/>
      <dgm:spPr/>
    </dgm:pt>
    <dgm:pt modelId="{B7968B21-2AEE-4B41-9D16-A75DED55B9F5}" type="pres">
      <dgm:prSet presAssocID="{C2415760-059D-466E-9E39-3B0896778B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455B9E-88A9-4F89-AB09-605E4FB4B466}" type="pres">
      <dgm:prSet presAssocID="{716B63AA-8535-4F97-B5A6-2ACAEDAC8CC6}" presName="spacer" presStyleCnt="0"/>
      <dgm:spPr/>
    </dgm:pt>
    <dgm:pt modelId="{919CC368-5076-4245-9929-213AE95DB8B1}" type="pres">
      <dgm:prSet presAssocID="{AA566AA3-30E4-4D21-90D0-34C48DC561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0C60FE-C943-436C-BDBB-EA57F5EAD55E}" type="pres">
      <dgm:prSet presAssocID="{A1B97D70-A6DA-4106-87BF-3C001F76E1AC}" presName="spacer" presStyleCnt="0"/>
      <dgm:spPr/>
    </dgm:pt>
    <dgm:pt modelId="{C414A3BB-4390-4B04-817C-FE0434A0EC5D}" type="pres">
      <dgm:prSet presAssocID="{9CCF660B-19C3-4260-B147-BD2B8868AA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1B9405-01EA-4755-BE72-5A766D6FE5FC}" type="presOf" srcId="{9CCF660B-19C3-4260-B147-BD2B8868AA63}" destId="{C414A3BB-4390-4B04-817C-FE0434A0EC5D}" srcOrd="0" destOrd="0" presId="urn:microsoft.com/office/officeart/2005/8/layout/vList2"/>
    <dgm:cxn modelId="{9593CA13-8A82-4366-9FAF-0F98DAA939FC}" type="presOf" srcId="{9B252281-5507-41B0-9591-53BA96EDE520}" destId="{9B39BA7B-EF19-45F7-8E76-C51FE5658376}" srcOrd="0" destOrd="0" presId="urn:microsoft.com/office/officeart/2005/8/layout/vList2"/>
    <dgm:cxn modelId="{5E6F2F45-19C5-4B1F-B61A-D1C8715E0117}" srcId="{C6D8F336-1B62-4A36-BC50-87D4C1B2FA3C}" destId="{9B252281-5507-41B0-9591-53BA96EDE520}" srcOrd="0" destOrd="0" parTransId="{D015CB24-985B-4845-A0B2-103F82A336C2}" sibTransId="{BFB20F02-2767-4C5C-81DD-59483ED91B72}"/>
    <dgm:cxn modelId="{63810C80-D051-4DE4-AA63-C46BC14F6843}" type="presOf" srcId="{AA566AA3-30E4-4D21-90D0-34C48DC56167}" destId="{919CC368-5076-4245-9929-213AE95DB8B1}" srcOrd="0" destOrd="0" presId="urn:microsoft.com/office/officeart/2005/8/layout/vList2"/>
    <dgm:cxn modelId="{843605C5-E657-46D6-BA1B-904FBAE091A1}" srcId="{C6D8F336-1B62-4A36-BC50-87D4C1B2FA3C}" destId="{C2415760-059D-466E-9E39-3B0896778B1A}" srcOrd="1" destOrd="0" parTransId="{63147D45-589F-464B-AC19-7F7259DA666C}" sibTransId="{716B63AA-8535-4F97-B5A6-2ACAEDAC8CC6}"/>
    <dgm:cxn modelId="{9F2B1CD6-BBF1-4AFD-A14D-0C70C2A4FE6C}" type="presOf" srcId="{C6D8F336-1B62-4A36-BC50-87D4C1B2FA3C}" destId="{A9663CFA-F128-44DE-8FBE-55F5AB7929D3}" srcOrd="0" destOrd="0" presId="urn:microsoft.com/office/officeart/2005/8/layout/vList2"/>
    <dgm:cxn modelId="{3DF458DE-1676-48A4-9087-3974A1E5CFAC}" srcId="{C6D8F336-1B62-4A36-BC50-87D4C1B2FA3C}" destId="{9CCF660B-19C3-4260-B147-BD2B8868AA63}" srcOrd="3" destOrd="0" parTransId="{8E162DAB-4A94-4D49-B937-895BA0FE5AEB}" sibTransId="{38ED3314-0A0E-43AB-B3B8-CE66A638D3F6}"/>
    <dgm:cxn modelId="{D87A63E6-9FCD-4798-9C35-E5916A1BBE73}" type="presOf" srcId="{C2415760-059D-466E-9E39-3B0896778B1A}" destId="{B7968B21-2AEE-4B41-9D16-A75DED55B9F5}" srcOrd="0" destOrd="0" presId="urn:microsoft.com/office/officeart/2005/8/layout/vList2"/>
    <dgm:cxn modelId="{FBADFCF3-7C63-4D7D-BDBB-0D5B7AD9146F}" srcId="{C6D8F336-1B62-4A36-BC50-87D4C1B2FA3C}" destId="{AA566AA3-30E4-4D21-90D0-34C48DC56167}" srcOrd="2" destOrd="0" parTransId="{5FDDFA36-0DAF-4832-AF1E-D98E17824619}" sibTransId="{A1B97D70-A6DA-4106-87BF-3C001F76E1AC}"/>
    <dgm:cxn modelId="{2146FE13-0BD8-4459-9598-80A6AC647E09}" type="presParOf" srcId="{A9663CFA-F128-44DE-8FBE-55F5AB7929D3}" destId="{9B39BA7B-EF19-45F7-8E76-C51FE5658376}" srcOrd="0" destOrd="0" presId="urn:microsoft.com/office/officeart/2005/8/layout/vList2"/>
    <dgm:cxn modelId="{69F7642D-5813-438C-9116-CEF1D623A877}" type="presParOf" srcId="{A9663CFA-F128-44DE-8FBE-55F5AB7929D3}" destId="{B5468454-9746-43CE-91C4-9FB32B374AAE}" srcOrd="1" destOrd="0" presId="urn:microsoft.com/office/officeart/2005/8/layout/vList2"/>
    <dgm:cxn modelId="{0FAECEF0-7B05-473E-B012-BA3D0DB682C9}" type="presParOf" srcId="{A9663CFA-F128-44DE-8FBE-55F5AB7929D3}" destId="{B7968B21-2AEE-4B41-9D16-A75DED55B9F5}" srcOrd="2" destOrd="0" presId="urn:microsoft.com/office/officeart/2005/8/layout/vList2"/>
    <dgm:cxn modelId="{09DB51F5-60EE-4DDA-BDA8-58848038FA4D}" type="presParOf" srcId="{A9663CFA-F128-44DE-8FBE-55F5AB7929D3}" destId="{C9455B9E-88A9-4F89-AB09-605E4FB4B466}" srcOrd="3" destOrd="0" presId="urn:microsoft.com/office/officeart/2005/8/layout/vList2"/>
    <dgm:cxn modelId="{690BCC6B-1C5B-471E-9681-47438D25BB0B}" type="presParOf" srcId="{A9663CFA-F128-44DE-8FBE-55F5AB7929D3}" destId="{919CC368-5076-4245-9929-213AE95DB8B1}" srcOrd="4" destOrd="0" presId="urn:microsoft.com/office/officeart/2005/8/layout/vList2"/>
    <dgm:cxn modelId="{CC0BE793-5B7B-456C-8334-52CFE98DE7DD}" type="presParOf" srcId="{A9663CFA-F128-44DE-8FBE-55F5AB7929D3}" destId="{410C60FE-C943-436C-BDBB-EA57F5EAD55E}" srcOrd="5" destOrd="0" presId="urn:microsoft.com/office/officeart/2005/8/layout/vList2"/>
    <dgm:cxn modelId="{0A865A6F-F310-4EE1-AEB4-68A9DB92CA58}" type="presParOf" srcId="{A9663CFA-F128-44DE-8FBE-55F5AB7929D3}" destId="{C414A3BB-4390-4B04-817C-FE0434A0EC5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497C-1204-40E1-AD6A-BBF9C338399B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13968-0C21-42C1-92D3-E8CD0940AA84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CD41A-F652-4BA5-89A4-67A525A371A6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Uses NOAA APIs for live ocean and weather data</a:t>
          </a:r>
          <a:endParaRPr lang="en-US" sz="2000" kern="1200"/>
        </a:p>
      </dsp:txBody>
      <dsp:txXfrm>
        <a:off x="1274714" y="2177"/>
        <a:ext cx="3518741" cy="1103648"/>
      </dsp:txXfrm>
    </dsp:sp>
    <dsp:sp modelId="{1C678129-A7C6-4A69-B666-6CBC92DD853C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72170-E5BA-4D0F-BD20-737FB4A01F19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C4630-59FD-4F51-AF38-0F8361A313BE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Fetches buoy, weather, and tide information</a:t>
          </a:r>
          <a:endParaRPr lang="en-US" sz="2000" kern="1200"/>
        </a:p>
      </dsp:txBody>
      <dsp:txXfrm>
        <a:off x="1274714" y="1381738"/>
        <a:ext cx="3518741" cy="1103648"/>
      </dsp:txXfrm>
    </dsp:sp>
    <dsp:sp modelId="{507C1350-2242-483A-A910-667F981AC12E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B826A-EA9D-4C59-BBCA-4A843E244CE3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914D9-C727-41F7-8E85-1D6C9C1E07BF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Visualizes tides using Chart.js</a:t>
          </a:r>
          <a:endParaRPr lang="en-US" sz="2000" kern="1200"/>
        </a:p>
      </dsp:txBody>
      <dsp:txXfrm>
        <a:off x="1274714" y="2761299"/>
        <a:ext cx="3518741" cy="1103648"/>
      </dsp:txXfrm>
    </dsp:sp>
    <dsp:sp modelId="{26C2F0A9-A8E4-40FF-9F62-974917305F42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7488F-F89E-4AC3-8A31-9AFAE60554B3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69EE0-E2CE-4BD2-81A1-A5EE1FF6667A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Updates webpage dynamically with JavaScript</a:t>
          </a:r>
          <a:endParaRPr lang="en-US" sz="2000" kern="1200"/>
        </a:p>
      </dsp:txBody>
      <dsp:txXfrm>
        <a:off x="1274714" y="4140860"/>
        <a:ext cx="3518741" cy="1103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77C8B-2748-4F47-9AF1-B29150A430BA}">
      <dsp:nvSpPr>
        <dsp:cNvPr id="0" name=""/>
        <dsp:cNvSpPr/>
      </dsp:nvSpPr>
      <dsp:spPr>
        <a:xfrm>
          <a:off x="0" y="0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Request Buoy data</a:t>
          </a:r>
          <a:endParaRPr lang="en-US" sz="1900" kern="1200" dirty="0"/>
        </a:p>
      </dsp:txBody>
      <dsp:txXfrm>
        <a:off x="22054" y="22054"/>
        <a:ext cx="4899067" cy="708882"/>
      </dsp:txXfrm>
    </dsp:sp>
    <dsp:sp modelId="{F3BB27B7-09AE-4C05-8F6E-6A875E8ED2B5}">
      <dsp:nvSpPr>
        <dsp:cNvPr id="0" name=""/>
        <dsp:cNvSpPr/>
      </dsp:nvSpPr>
      <dsp:spPr>
        <a:xfrm>
          <a:off x="483675" y="889897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6588574"/>
                <a:satOff val="30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6588574"/>
                <a:satOff val="30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Data is downloaded from NOAA buoy station</a:t>
          </a:r>
          <a:endParaRPr lang="en-US" sz="1900" kern="1200" dirty="0"/>
        </a:p>
      </dsp:txBody>
      <dsp:txXfrm>
        <a:off x="505729" y="911951"/>
        <a:ext cx="4758002" cy="708882"/>
      </dsp:txXfrm>
    </dsp:sp>
    <dsp:sp modelId="{3BDD3E26-5932-4031-8E2C-D94604E064FB}">
      <dsp:nvSpPr>
        <dsp:cNvPr id="0" name=""/>
        <dsp:cNvSpPr/>
      </dsp:nvSpPr>
      <dsp:spPr>
        <a:xfrm>
          <a:off x="960131" y="1779795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3177148"/>
                <a:satOff val="6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3177148"/>
                <a:satOff val="6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Text response is split into lines and columns</a:t>
          </a:r>
          <a:endParaRPr lang="en-US" sz="1900" kern="1200" dirty="0"/>
        </a:p>
      </dsp:txBody>
      <dsp:txXfrm>
        <a:off x="982185" y="1801849"/>
        <a:ext cx="4765221" cy="708882"/>
      </dsp:txXfrm>
    </dsp:sp>
    <dsp:sp modelId="{0F0A3A24-1656-4091-98E6-106F70A47C93}">
      <dsp:nvSpPr>
        <dsp:cNvPr id="0" name=""/>
        <dsp:cNvSpPr/>
      </dsp:nvSpPr>
      <dsp:spPr>
        <a:xfrm>
          <a:off x="1443807" y="2669692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9765721"/>
                <a:satOff val="9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9765721"/>
                <a:satOff val="9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Specific indexes are extracted for wave height, period, and temperature</a:t>
          </a:r>
          <a:endParaRPr lang="en-US" sz="1900" kern="1200"/>
        </a:p>
      </dsp:txBody>
      <dsp:txXfrm>
        <a:off x="1465861" y="2691746"/>
        <a:ext cx="4758002" cy="708882"/>
      </dsp:txXfrm>
    </dsp:sp>
    <dsp:sp modelId="{211C6BBC-815E-4F97-A50A-59D0857A0C73}">
      <dsp:nvSpPr>
        <dsp:cNvPr id="0" name=""/>
        <dsp:cNvSpPr/>
      </dsp:nvSpPr>
      <dsp:spPr>
        <a:xfrm>
          <a:off x="5285785" y="576722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95910" y="576722"/>
        <a:ext cx="269193" cy="368306"/>
      </dsp:txXfrm>
    </dsp:sp>
    <dsp:sp modelId="{9048B78E-5AFB-4251-994C-45A5DCDA4CE7}">
      <dsp:nvSpPr>
        <dsp:cNvPr id="0" name=""/>
        <dsp:cNvSpPr/>
      </dsp:nvSpPr>
      <dsp:spPr>
        <a:xfrm>
          <a:off x="5769461" y="1466619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0302092"/>
            <a:satOff val="530"/>
            <a:lumOff val="2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0302092"/>
              <a:satOff val="530"/>
              <a:lumOff val="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879586" y="1466619"/>
        <a:ext cx="269193" cy="368306"/>
      </dsp:txXfrm>
    </dsp:sp>
    <dsp:sp modelId="{0C4CB250-F643-406B-8B6B-B52246607F43}">
      <dsp:nvSpPr>
        <dsp:cNvPr id="0" name=""/>
        <dsp:cNvSpPr/>
      </dsp:nvSpPr>
      <dsp:spPr>
        <a:xfrm>
          <a:off x="6245917" y="2356517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356042" y="2356517"/>
        <a:ext cx="269193" cy="3683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39BA7B-EF19-45F7-8E76-C51FE5658376}">
      <dsp:nvSpPr>
        <dsp:cNvPr id="0" name=""/>
        <dsp:cNvSpPr/>
      </dsp:nvSpPr>
      <dsp:spPr>
        <a:xfrm>
          <a:off x="0" y="66915"/>
          <a:ext cx="4793456" cy="12306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First API call gets data for coordinates</a:t>
          </a:r>
          <a:endParaRPr lang="en-US" sz="2200" kern="1200"/>
        </a:p>
      </dsp:txBody>
      <dsp:txXfrm>
        <a:off x="60077" y="126992"/>
        <a:ext cx="4673302" cy="1110539"/>
      </dsp:txXfrm>
    </dsp:sp>
    <dsp:sp modelId="{B7968B21-2AEE-4B41-9D16-A75DED55B9F5}">
      <dsp:nvSpPr>
        <dsp:cNvPr id="0" name=""/>
        <dsp:cNvSpPr/>
      </dsp:nvSpPr>
      <dsp:spPr>
        <a:xfrm>
          <a:off x="0" y="1360969"/>
          <a:ext cx="4793456" cy="1230693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Second API call fetches actual forecast data</a:t>
          </a:r>
          <a:endParaRPr lang="en-US" sz="2200" kern="1200"/>
        </a:p>
      </dsp:txBody>
      <dsp:txXfrm>
        <a:off x="60077" y="1421046"/>
        <a:ext cx="4673302" cy="1110539"/>
      </dsp:txXfrm>
    </dsp:sp>
    <dsp:sp modelId="{919CC368-5076-4245-9929-213AE95DB8B1}">
      <dsp:nvSpPr>
        <dsp:cNvPr id="0" name=""/>
        <dsp:cNvSpPr/>
      </dsp:nvSpPr>
      <dsp:spPr>
        <a:xfrm>
          <a:off x="0" y="2655023"/>
          <a:ext cx="4793456" cy="1230693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Weather.gov separates points and forecasts</a:t>
          </a:r>
          <a:endParaRPr lang="en-US" sz="2200" kern="1200"/>
        </a:p>
      </dsp:txBody>
      <dsp:txXfrm>
        <a:off x="60077" y="2715100"/>
        <a:ext cx="4673302" cy="1110539"/>
      </dsp:txXfrm>
    </dsp:sp>
    <dsp:sp modelId="{C414A3BB-4390-4B04-817C-FE0434A0EC5D}">
      <dsp:nvSpPr>
        <dsp:cNvPr id="0" name=""/>
        <dsp:cNvSpPr/>
      </dsp:nvSpPr>
      <dsp:spPr>
        <a:xfrm>
          <a:off x="0" y="3949077"/>
          <a:ext cx="4793456" cy="1230693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Forecast period contains temperature, wind, and forecast summary</a:t>
          </a:r>
          <a:endParaRPr lang="en-US" sz="2200" kern="1200"/>
        </a:p>
      </dsp:txBody>
      <dsp:txXfrm>
        <a:off x="60077" y="4009154"/>
        <a:ext cx="4673302" cy="1110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9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1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1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7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8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6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18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2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8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37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82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20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33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0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8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1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rgbClr val="EBEBEB"/>
                </a:solidFill>
              </a:rPr>
              <a:t>Surf Forecasting App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D9A0BF-F866-5871-3660-17C2F0D9C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20442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cue buoy floating at sea">
            <a:extLst>
              <a:ext uri="{FF2B5EF4-FFF2-40B4-BE49-F238E27FC236}">
                <a16:creationId xmlns:a16="http://schemas.microsoft.com/office/drawing/2014/main" id="{F480C2D0-348E-D1DD-657D-A9432416CD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APIs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603500"/>
            <a:ext cx="6619244" cy="34163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National Data Buoy Center (NDBC) Buoy API for wave/swell data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Weather.gov API for forecast data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NOAA Tides &amp; Currents API for tide predictions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All APIs return real-time or predicted marine data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Buoy Data Function 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B37F95-1309-ECC0-011C-FCDAB73711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230526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Buoy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raw buoy data is parsed so that we can retrieve information relevant to surf forecasting.</a:t>
            </a:r>
          </a:p>
          <a:p>
            <a:r>
              <a:rPr lang="en-US" dirty="0"/>
              <a:t>Buoy data is converted from metric scale to standard.</a:t>
            </a:r>
          </a:p>
          <a:p>
            <a:r>
              <a:rPr lang="en-US" dirty="0"/>
              <a:t>Convert numeric degree directions into compass labels</a:t>
            </a:r>
          </a:p>
          <a:p>
            <a:r>
              <a:rPr lang="en-US" dirty="0"/>
              <a:t>Example: 90 becomes East (E)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2E451E-151A-4910-BF41-6A040B659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96EFE4-A70C-4388-9A15-3F657B661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187" y="473745"/>
            <a:ext cx="8420318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2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CORS Proxy Explanation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5EBAFC-9388-432A-BCFD-EEA2F410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NOAA browser security blocks some direct API calls</a:t>
            </a:r>
          </a:p>
          <a:p>
            <a:r>
              <a:rPr lang="en-US" dirty="0">
                <a:solidFill>
                  <a:schemeClr val="tx1"/>
                </a:solidFill>
              </a:rPr>
              <a:t>corsproxy.io acts as a middle layer</a:t>
            </a:r>
          </a:p>
          <a:p>
            <a:r>
              <a:rPr lang="en-US" dirty="0">
                <a:solidFill>
                  <a:schemeClr val="tx1"/>
                </a:solidFill>
              </a:rPr>
              <a:t>Proxy fetches NOAA data and returns it safely</a:t>
            </a:r>
          </a:p>
          <a:p>
            <a:r>
              <a:rPr lang="en-US" dirty="0">
                <a:solidFill>
                  <a:schemeClr val="tx1"/>
                </a:solidFill>
              </a:rPr>
              <a:t>Allows frontend JavaScript to access NOAA text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Weather API Flow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EC51F5-675F-A3EF-97FF-1D5DD28B43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15370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Tide Chart Function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Builds a NOAA API URL dynamically</a:t>
            </a:r>
            <a:r>
              <a:rPr lang="en-US" dirty="0"/>
              <a:t> with input specific to the location.</a:t>
            </a:r>
            <a:endParaRPr dirty="0"/>
          </a:p>
          <a:p>
            <a:r>
              <a:rPr dirty="0"/>
              <a:t>Requests JSON tide prediction data</a:t>
            </a:r>
          </a:p>
          <a:p>
            <a:r>
              <a:rPr dirty="0"/>
              <a:t>Uses Chart.js to render a line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</TotalTime>
  <Words>252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Surf Forecasting App Overview</vt:lpstr>
      <vt:lpstr>APIs Used</vt:lpstr>
      <vt:lpstr>Buoy Data Function Flow</vt:lpstr>
      <vt:lpstr>Understanding the Buoy Data</vt:lpstr>
      <vt:lpstr>CORS Proxy Explanation</vt:lpstr>
      <vt:lpstr>Weather API Flow</vt:lpstr>
      <vt:lpstr>Tide Chart Function Overview</vt:lpstr>
      <vt:lpstr>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Richard Smith</dc:creator>
  <cp:keywords/>
  <dc:description>generated using python-pptx</dc:description>
  <cp:lastModifiedBy>Richard Smith</cp:lastModifiedBy>
  <cp:revision>2</cp:revision>
  <dcterms:created xsi:type="dcterms:W3CDTF">2013-01-27T09:14:16Z</dcterms:created>
  <dcterms:modified xsi:type="dcterms:W3CDTF">2026-05-19T00:53:29Z</dcterms:modified>
  <cp:category/>
</cp:coreProperties>
</file>